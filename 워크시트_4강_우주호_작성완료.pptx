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7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5288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4강 워크시트</a:t>
            </a: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기획 코칭과 스캐폴딩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09360" y="20116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팀명: 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786384"/>
            <a:ext cx="8229600" cy="347472"/>
          </a:xfrm>
          <a:prstGeom prst="rect">
            <a:avLst/>
          </a:prstGeom>
          <a:solidFill>
            <a:srgbClr val="F7F7F7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804672"/>
            <a:ext cx="8010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✏️ 오늘의 목표는 범위 확정과 첫 화면 하나입니다.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2710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1243584"/>
            <a:ext cx="8065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1 · 멘토 코칭 메모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21792" y="1609344"/>
            <a:ext cx="8065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들은 대로 적지 말고 분류해서 적습니다.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273525"/>
              </p:ext>
            </p:extLst>
          </p:nvPr>
        </p:nvGraphicFramePr>
        <p:xfrm>
          <a:off x="457200" y="1938528"/>
          <a:ext cx="8229600" cy="1993392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멘토 피드백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반영 / 보류 / 거절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공통분모의 정립 방 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3~5</a:t>
                      </a:r>
                      <a:r>
                        <a:rPr lang="ko-KR" altLang="en-US" sz="10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개에대한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조건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( 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지역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연령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성별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, 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등 어떠한 기준으로 나뉘는건지 </a:t>
                      </a:r>
                      <a:r>
                        <a:rPr lang="ko-KR" altLang="en-US" sz="10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정해야함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) 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설정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반영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명확한 조건에 대한 설정이 있으면 지금까지 부족했던 방 매칭 원리에 대한 고민이 다소 해결될 수 있을 것으로 보임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소외계층 청년에 대한 지원이 지역이랑 궁합이 좋다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. 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자신 있는 지역이 있다면 어느 지역을 위주로 해도 괜찮을 듯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반영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지역으로 나누게 되면 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1,2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번 피드백을 같이 해결할 수 있고 확실한 방 매칭에 대한 </a:t>
                      </a:r>
                      <a:r>
                        <a:rPr lang="ko-KR" altLang="en-US" sz="10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설정값을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정할 수 있음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미션을 주고 수행을 하면 리워드를 주는 느낌을 잘 살리기 위해서 </a:t>
                      </a:r>
                      <a:r>
                        <a:rPr lang="ko-KR" altLang="en-US" sz="10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게이미피케이션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(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예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: </a:t>
                      </a:r>
                      <a:r>
                        <a:rPr lang="ko-KR" altLang="en-US" sz="10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듀오링고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)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에 대해서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잘 알아봐서 접목하면 </a:t>
                      </a:r>
                      <a:r>
                        <a:rPr lang="ko-KR" altLang="en-US" sz="100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좋을듯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(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피드백보단 제안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반영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유저들로 하여금 자발적으로 참여하게 할 만한 동기가 부족하다고 느낌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. </a:t>
                      </a:r>
                      <a:r>
                        <a:rPr lang="ko-KR" altLang="en-US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좋은 해결책이 되도록 잘 분석하여 적용이 필요하다고 느꼈음</a:t>
                      </a:r>
                      <a:r>
                        <a:rPr lang="en-US" altLang="ko-KR" sz="100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amName"/>
          <p:cNvSpPr txBox="1"/>
          <p:nvPr/>
        </p:nvSpPr>
        <p:spPr>
          <a:xfrm>
            <a:off x="7178040" y="201168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편견없음</a:t>
            </a:r>
            <a:endParaRPr lang="en-US" sz="1100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4강 워크시트</a:t>
            </a: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기획 코칭과 스캐폴딩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09360" y="20116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팀명: 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138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786384"/>
            <a:ext cx="8065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2 · MVP 범위표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47427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 (이번에 만든다)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ko-KR" altLang="en-US" sz="9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열람·안전  </a:t>
                      </a:r>
                      <a:r>
                        <a:rPr lang="ko-KR" altLang="en-US" sz="9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F-01 가입 없는 열람 · F-02 위기 안내 상시 노출 · F-14 위기 키워드 감지(규칙)</a:t>
                      </a:r>
                      <a:endParaRPr lang="en-US" sz="900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  <a:p>
                      <a:pPr marL="0" indent="0" algn="l">
                        <a:lnSpc>
                          <a:spcPct val="112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ko-KR" altLang="en-US" sz="9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설문·추천  </a:t>
                      </a:r>
                      <a:r>
                        <a:rPr lang="ko-KR" altLang="en-US" sz="9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F-03 설문 1부(고정) · F-04 설문 2부(규칙 분기) · F-05 방 추천 3개+이유 · F-13 대상 분류 안내</a:t>
                      </a:r>
                      <a:endParaRPr lang="en-US" sz="900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  <a:p>
                      <a:pPr marL="0" indent="0" algn="l">
                        <a:lnSpc>
                          <a:spcPct val="112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ko-KR" altLang="en-US" sz="9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 연결  </a:t>
                      </a:r>
                      <a:r>
                        <a:rPr lang="ko-KR" altLang="en-US" sz="9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F-06 규칙 미리보기 · F-07 카톡방 링크 · F-08 동네 3개 제한 · F-09 정원 3~4명</a:t>
                      </a:r>
                      <a:endParaRPr lang="en-US" sz="900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  <a:p>
                      <a:pPr marL="0" indent="0" algn="l">
                        <a:lnSpc>
                          <a:spcPct val="112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ko-KR" altLang="en-US" sz="9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스탬프  </a:t>
                      </a:r>
                      <a:r>
                        <a:rPr lang="ko-KR" altLang="en-US" sz="9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F-10 식별번호 발급 · F-11 스탬프 조회 · F-12 담당자 부여 · F-15 담당자 화면(뼈대)</a:t>
                      </a:r>
                      <a:endParaRPr lang="en-US" sz="900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나중 (아이디어톤 뒤에)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ko-KR" altLang="en-US" sz="9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전환  </a:t>
                      </a:r>
                      <a:r>
                        <a:rPr lang="ko-KR" altLang="en-US" sz="9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L-01 AI 설문 분기 · L-02 AI 방 추천 · L-03 AI 담당자 브리핑</a:t>
                      </a:r>
                      <a:endParaRPr lang="en-US" sz="900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  <a:p>
                      <a:pPr marL="0" indent="0" algn="l">
                        <a:lnSpc>
                          <a:spcPct val="112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ko-KR" altLang="en-US" sz="9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오프라인  </a:t>
                      </a:r>
                      <a:r>
                        <a:rPr lang="ko-KR" altLang="en-US" sz="9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L-04 완주 → 오프라인 초대 흐름 · L-05 모임 일정·참석 관리</a:t>
                      </a:r>
                      <a:endParaRPr lang="en-US" sz="900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  <a:p>
                      <a:pPr marL="0" indent="0" algn="l">
                        <a:lnSpc>
                          <a:spcPct val="112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ko-KR" altLang="en-US" sz="9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운영·확장  </a:t>
                      </a:r>
                      <a:r>
                        <a:rPr lang="ko-KR" altLang="en-US" sz="9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L-06 주간 기록 · L-07 익명 기록 피드 · L-08 대기자 카운터 · L-09 가족용 안내 · L-10 번호 복구</a:t>
                      </a:r>
                      <a:endParaRPr lang="en-US" sz="900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버림 (하지 않는다)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2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ko-KR" altLang="en-US" sz="9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가입·대화  </a:t>
                      </a:r>
                      <a:r>
                        <a:rPr lang="ko-KR" altLang="en-US" sz="9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회원가입·로그인 · 웹사이트 자체 채팅 · 푸시·실시간 알림 · 사용자 간 1:1 연락</a:t>
                      </a:r>
                      <a:endParaRPr lang="en-US" sz="900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  <a:p>
                      <a:pPr marL="0" indent="0" algn="l">
                        <a:lnSpc>
                          <a:spcPct val="112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ko-KR" altLang="en-US" sz="9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비교·낙인  </a:t>
                      </a:r>
                      <a:r>
                        <a:rPr lang="ko-KR" altLang="en-US" sz="9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연속 참여 스트릭 · 스탬프 랭킹·타인 비교 · 심리검사 점수 노출 · 가족의 활동 조회</a:t>
                      </a:r>
                      <a:endParaRPr lang="en-US" sz="900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  <a:p>
                      <a:pPr marL="0" indent="0" algn="l">
                        <a:lnSpc>
                          <a:spcPct val="112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ko-KR" altLang="en-US" sz="9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(영구 배제)  </a:t>
                      </a:r>
                      <a:r>
                        <a:rPr lang="ko-KR" altLang="en-US" sz="9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상담·치료 챗봇 · AI 감정 교류 페르소나 · 위기 대응의 AI 전환 · 카톡방 내 AI 봇</a:t>
                      </a:r>
                      <a:endParaRPr lang="en-US" sz="900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  <a:p>
                      <a:pPr marL="0" indent="0" algn="l">
                        <a:lnSpc>
                          <a:spcPct val="112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ko-KR" altLang="en-US" sz="9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범위 밖  </a:t>
                      </a:r>
                      <a:r>
                        <a:rPr lang="ko-KR" altLang="en-US" sz="9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참여 자동 측정 · 대규모 모임 · 원주 외 확장 · 취업 알선 · 네이티브 앱</a:t>
                      </a:r>
                      <a:endParaRPr lang="en-US" sz="900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38221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화면 개수: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057400" y="4096512"/>
            <a:ext cx="66294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101" name="Text 101"/>
          <p:cNvSpPr txBox="1"/>
          <p:nvPr/>
        </p:nvSpPr>
        <p:spPr>
          <a:xfrm>
            <a:off x="2057400" y="3822192"/>
            <a:ext cx="6629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FF5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8개</a:t>
            </a:r>
            <a:r>
              <a:rPr lang="ko-KR" alt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신규 1 · 개조 5 · 완료 2</a:t>
            </a:r>
            <a:endParaRPr lang="en-US" sz="900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02" name="Text 102"/>
          <p:cNvSpPr txBox="1"/>
          <p:nvPr/>
        </p:nvSpPr>
        <p:spPr>
          <a:xfrm>
            <a:off x="457200" y="4151376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S-1 랜딩 · S-2 방 목록 · S-3 설문 1부 · S-4 설문 2부 · S-5 결과(추천+번호) · S-6 방 상세·입장 · S-7 담당자 · S-8 스탬프 현황</a:t>
            </a:r>
            <a:endParaRPr lang="en-US" sz="900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03" name="TeamName"/>
          <p:cNvSpPr txBox="1"/>
          <p:nvPr/>
        </p:nvSpPr>
        <p:spPr>
          <a:xfrm>
            <a:off x="7178040" y="201168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편견없음</a:t>
            </a:r>
            <a:endParaRPr lang="en-US" sz="1100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4강 워크시트</a:t>
            </a: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기획 코칭과 스캐폴딩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09360" y="20116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팀명: 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138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786384"/>
            <a:ext cx="8065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3 · 화면 설계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390902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15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S-1</a:t>
                      </a:r>
                      <a:endParaRPr lang="en-US" sz="1000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150"/>
                        </a:spcAft>
                        <a:buNone/>
                      </a:pPr>
                      <a:r>
                        <a:rPr lang="ko-KR" alt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랜딩</a:t>
                      </a:r>
                      <a:endParaRPr lang="en-US" sz="900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150"/>
                        </a:spcAft>
                        <a:buNone/>
                      </a:pPr>
                      <a:r>
                        <a:rPr lang="ko-KR" altLang="en-US" sz="750" dirty="0">
                          <a:solidFill>
                            <a:srgbClr val="76767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</a:t>
                      </a:r>
                      <a:endParaRPr lang="en-US" sz="750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150"/>
                        </a:spcAft>
                        <a:buNone/>
                      </a:pPr>
                      <a:r>
                        <a:rPr lang="ko-KR" altLang="en-US" sz="8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 없이 바로 열람한다. [방 찾기] → 설문, [그냥 둘러보기] → 방 목록 중 하나를 고른다. 어느 쪽을 눌러도 이탈 페널티·재방문 알림이 없다.</a:t>
                      </a:r>
                      <a:endParaRPr lang="en-US" sz="800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150"/>
                        </a:spcAft>
                        <a:buNone/>
                      </a:pPr>
                      <a:r>
                        <a:rPr lang="ko-KR" altLang="en-US" sz="8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미사용. 정적 카피와 고정 CTA만 노출한다. 회원가입 버튼 자체를 두지 않는다 (F-01).</a:t>
                      </a:r>
                      <a:endParaRPr lang="en-US" sz="800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150"/>
                        </a:spcAft>
                        <a:buNone/>
                      </a:pPr>
                      <a:r>
                        <a:rPr lang="ko-KR" altLang="en-US" sz="8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저장하는 개인 데이터 없음. 방문은 익명 집계만 하고 식별정보와 연결하지 않는다.</a:t>
                      </a:r>
                      <a:endParaRPr lang="en-US" sz="800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15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S-5</a:t>
                      </a:r>
                      <a:endParaRPr lang="en-US" sz="1000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150"/>
                        </a:spcAft>
                        <a:buNone/>
                      </a:pPr>
                      <a:r>
                        <a:rPr lang="ko-KR" alt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· 방 추천 + 식별번호</a:t>
                      </a:r>
                      <a:endParaRPr lang="en-US" sz="900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150"/>
                        </a:spcAft>
                        <a:buNone/>
                      </a:pPr>
                      <a:r>
                        <a:rPr lang="ko-KR" altLang="en-US" sz="750" dirty="0">
                          <a:solidFill>
                            <a:srgbClr val="76767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개조 · 전환점</a:t>
                      </a:r>
                      <a:endParaRPr lang="en-US" sz="750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150"/>
                        </a:spcAft>
                        <a:buNone/>
                      </a:pPr>
                      <a:r>
                        <a:rPr lang="ko-KR" altLang="en-US" sz="8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 이유가 붙은 방 3개 중 하나를 고른다. 6자리 식별번호를 받아 적어둔다. 조건(20대·3년) 미달이어도 안내 한 줄만 띄우고 막지 않는다.</a:t>
                      </a:r>
                      <a:endParaRPr lang="en-US" sz="800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150"/>
                        </a:spcAft>
                        <a:buNone/>
                      </a:pPr>
                      <a:r>
                        <a:rPr lang="ko-KR" altLang="en-US" sz="8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미사용 — 규칙 추천이다. 부담 수준을 우선하고 관심사를 최소 1회 반영해 3개를 고른다. 방이 6개뿐이라 AI 추천이 전체 목록과 같아 L-02로 보류.</a:t>
                      </a:r>
                      <a:endParaRPr lang="en-US" sz="800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150"/>
                        </a:spcAft>
                        <a:buNone/>
                      </a:pPr>
                      <a:r>
                        <a:rPr lang="ko-KR" altLang="en-US" sz="8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쓰기 — 식별번호(6자리, 1회 발급) · 동네 · 설문 요약 · 추천 방 ID. 자유서술 원문은 저장하지 않는다.</a:t>
                      </a:r>
                      <a:endParaRPr lang="en-US" sz="800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15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S-6</a:t>
                      </a:r>
                      <a:endParaRPr lang="en-US" sz="1000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150"/>
                        </a:spcAft>
                        <a:buNone/>
                      </a:pPr>
                      <a:r>
                        <a:rPr lang="ko-KR" alt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 상세 · 입장</a:t>
                      </a:r>
                      <a:endParaRPr lang="en-US" sz="900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150"/>
                        </a:spcAft>
                        <a:buNone/>
                      </a:pPr>
                      <a:r>
                        <a:rPr lang="ko-KR" altLang="en-US" sz="750" dirty="0">
                          <a:solidFill>
                            <a:srgbClr val="76767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개조</a:t>
                      </a:r>
                      <a:endParaRPr lang="en-US" sz="750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150"/>
                        </a:spcAft>
                        <a:buNone/>
                      </a:pPr>
                      <a:r>
                        <a:rPr lang="ko-KR" altLang="en-US" sz="8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 전문과 담당자 상주 시간을 먼저 읽고, 남은 자리를 확인한 뒤 [카톡방 입장]을 누른다. 실제 대화는 카카오톡에서 이어진다.</a:t>
                      </a:r>
                      <a:endParaRPr lang="en-US" sz="800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150"/>
                        </a:spcAft>
                        <a:buNone/>
                      </a:pPr>
                      <a:r>
                        <a:rPr lang="ko-KR" altLang="en-US" sz="8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미사용. 카카오톡 오픈채팅에 공식 Webhook API가 없어 카톡방 내 AI 봇은 영구 배제 항목이다.</a:t>
                      </a:r>
                      <a:endParaRPr lang="en-US" sz="800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150"/>
                        </a:spcAft>
                        <a:buNone/>
                      </a:pPr>
                      <a:r>
                        <a:rPr lang="ko-KR" altLang="en-US" sz="8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 — ROOMS(정원 · 카톡 링크 · 규칙 전문). 링크가 비면 “곧 열려요”, 정원이 차면 입장 차단. 입장 클릭은 방 단위 익명 집계.</a:t>
                      </a:r>
                      <a:endParaRPr lang="en-US" sz="800" dirty="0"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amName"/>
          <p:cNvSpPr txBox="1"/>
          <p:nvPr/>
        </p:nvSpPr>
        <p:spPr>
          <a:xfrm>
            <a:off x="7178040" y="201168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편견없음</a:t>
            </a:r>
            <a:endParaRPr lang="en-US" sz="1100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201" name="Note 201"/>
          <p:cNvSpPr txBox="1"/>
          <p:nvPr/>
        </p:nvSpPr>
        <p:spPr>
          <a:xfrm>
            <a:off x="457200" y="3712464"/>
            <a:ext cx="822960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ko-KR" altLang="en-US" sz="850" b="1" dirty="0">
                <a:solidFill>
                  <a:srgbClr val="FF5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 화면 5개</a:t>
            </a:r>
            <a:r>
              <a:rPr lang="ko-KR" altLang="en-US" sz="8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S-2 방 목록(개조) · S-3 설문 1부(개조) · S-4 설문 2부+자유서술(완료) · S-7 담당자 화면(뼈대→3주차) · S-8 스탬프 현황(신규)</a:t>
            </a:r>
            <a:endParaRPr lang="en-US" sz="800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202" name="Note 202"/>
          <p:cNvSpPr txBox="1"/>
          <p:nvPr/>
        </p:nvSpPr>
        <p:spPr>
          <a:xfrm>
            <a:off x="457200" y="4041648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ko-KR" altLang="en-US" sz="850" b="1" dirty="0">
                <a:solidFill>
                  <a:srgbClr val="FF5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열이 전부 “미사용”인 이유</a:t>
            </a:r>
            <a:r>
              <a:rPr lang="ko-KR" altLang="en-US" sz="8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방이 6개뿐인 4주 시점에는 규칙 기반 결과와 AI 추천 결과가 사실상 같다. 누락이 아니라 의도된 설계이며, L-01 설문 분기 · L-02 방 추천 · L-03 담당자 브리핑으로 12주까지 보류한다.</a:t>
            </a:r>
            <a:endParaRPr lang="en-US" sz="800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4강 워크시트</a:t>
            </a: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기획 코칭과 스캐폴딩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09360" y="20116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팀명: 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138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786384"/>
            <a:ext cx="8065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화면 완료 체크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1188720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올바른 팀 폴더에서 실행했다 (pwd 확인)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144475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생성 전에 계획을 읽고 승인했다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1700784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브라우저에 첫 화면이 떴다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19568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터미널에 에러가 없다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2212848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화면을 캡처해 워크시트에 붙였다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52374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폴더 위치 (팀원 전원이 알 것):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29000" y="2761488"/>
            <a:ext cx="52578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16" name="TeamName"/>
          <p:cNvSpPr txBox="1"/>
          <p:nvPr/>
        </p:nvSpPr>
        <p:spPr>
          <a:xfrm>
            <a:off x="7178040" y="201168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편견없음</a:t>
            </a:r>
            <a:endParaRPr lang="en-US" sz="1100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339335-B1BA-44DE-97C8-DAA4D5207AF3}"/>
              </a:ext>
            </a:extLst>
          </p:cNvPr>
          <p:cNvSpPr txBox="1"/>
          <p:nvPr/>
        </p:nvSpPr>
        <p:spPr>
          <a:xfrm>
            <a:off x="3383280" y="2212848"/>
            <a:ext cx="54017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https://github.com/social-drawal-solving-team/makeshift_definitions</a:t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901</Words>
  <Application>Microsoft Office PowerPoint</Application>
  <PresentationFormat>화면 슬라이드 쇼(16:9)</PresentationFormat>
  <Paragraphs>88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맑은 고딕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sangji</cp:lastModifiedBy>
  <cp:revision>10</cp:revision>
  <dcterms:created xsi:type="dcterms:W3CDTF">2026-07-29T15:22:02Z</dcterms:created>
  <dcterms:modified xsi:type="dcterms:W3CDTF">2026-08-13T04:23:44Z</dcterms:modified>
</cp:coreProperties>
</file>